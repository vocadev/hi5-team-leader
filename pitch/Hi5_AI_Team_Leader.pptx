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14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102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FLUTURA (0:00) — "Good afternoon. We're Hi5, and we built an AI Team Leader."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FLUTURA (0:05–1:00) — Magic Events (Rinor &amp; Elmonda Hyseni, permission). When a client says yes, the work only starts: people, skills, van, equipment, time, place. Today: WhatsApp, Viber, calls. ~4 hours in a difficult case · the other event an hour late · a worker drops out 30 min before. "The question isn't 'is someone free?'. It's 'can we deliver this job without breaking something else?' Let us show you."</a:t>
            </a:r>
          </a:p>
          <a:p>
            <a:r>
              <a:t>→ DEMO 1:00–3:15: GENTI drives, DEVLETE narrates (pitch/SCRIPT.md), ERZA + FLUTURA on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TRINGA (3:15–4:45) — "AI plans. Code checks. A human approves." Measured: plan in 16 s, all confirmed 8 s after approval, ~3 cents per plan. Honest market: Connecteam, Planner, Asana, Jira already help teams; we bring the whole handoff in one flow, in their chat, in Albanian. Today small field teams; next a PM's assistant in larger companies. Next step: proposed four-Saturday pilot with Magic Events.</a:t>
            </a:r>
          </a:p>
          <a:p>
            <a:r>
              <a:t>FLUTURA (4:45–5:00) — "Your leader keeps the client. We turn the 'yes' into a plan that holds, and follow it through to the end. Thank you."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6419088"/>
          </a:xfrm>
          <a:prstGeom prst="rect">
            <a:avLst/>
          </a:prstGeom>
          <a:solidFill>
            <a:srgbClr val="F8F3EA">
              <a:alpha val="0"/>
            </a:srgbClr>
          </a:solidFill>
          <a:ln w="12700">
            <a:solidFill>
              <a:srgbClr val="E5DCC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694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49840" y="5120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HI5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291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755648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Hi5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987552" y="28163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Team Leader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Magic Events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987552" y="4151376"/>
            <a:ext cx="4709160" cy="0"/>
          </a:xfrm>
          <a:prstGeom prst="line">
            <a:avLst/>
          </a:prstGeom>
          <a:noFill/>
          <a:ln w="13970">
            <a:solidFill>
              <a:srgbClr val="9D87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5262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one client “yes” into a plan that holds.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03720" y="1938528"/>
            <a:ext cx="0" cy="2377440"/>
          </a:xfrm>
          <a:prstGeom prst="line">
            <a:avLst/>
          </a:prstGeom>
          <a:noFill/>
          <a:ln w="15240">
            <a:solidFill>
              <a:srgbClr val="E5DC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24928" y="2011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424928" y="245059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Gentian Voca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24928" y="28437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Flutura Hyseni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24928" y="323697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Devlete Hasani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24928" y="3630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Erza Osmani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424928" y="40233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Tringa Hyseni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24928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business demo today. Corporate PM assistant next.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6419088"/>
          </a:xfrm>
          <a:prstGeom prst="rect">
            <a:avLst/>
          </a:prstGeom>
          <a:solidFill>
            <a:srgbClr val="F8F3EA">
              <a:alpha val="0"/>
            </a:srgbClr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694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49840" y="5120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HI5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291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12471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client “yes” =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things that need to go right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39572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Events today: WhatsApp, Viber, phone calls, memory, and fast decisions.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87552" y="2770632"/>
            <a:ext cx="4526280" cy="0"/>
          </a:xfrm>
          <a:prstGeom prst="line">
            <a:avLst/>
          </a:prstGeom>
          <a:noFill/>
          <a:ln w="13970">
            <a:solidFill>
              <a:srgbClr val="9D876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30449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MUST BE COORDINATED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87552" y="3401568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34838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2231136" y="3401568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31136" y="34838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3474720" y="3401568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0" y="348386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87552" y="384048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87552" y="39227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2231136" y="384048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231136" y="39227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74720" y="3840480"/>
            <a:ext cx="1051560" cy="329184"/>
          </a:xfrm>
          <a:prstGeom prst="roundRect">
            <a:avLst>
              <a:gd name="adj" fmla="val 33333"/>
            </a:avLst>
          </a:prstGeom>
          <a:solidFill>
            <a:srgbClr val="EADFCC"/>
          </a:solidFill>
          <a:ln w="12700">
            <a:solidFill>
              <a:srgbClr val="EADFC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474720" y="3922776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629400" y="12344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PROBLEM PROOF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29400" y="1627632"/>
            <a:ext cx="3977640" cy="841248"/>
          </a:xfrm>
          <a:prstGeom prst="roundRect">
            <a:avLst>
              <a:gd name="adj" fmla="val 9783"/>
            </a:avLst>
          </a:prstGeom>
          <a:solidFill>
            <a:srgbClr val="FFFDF8"/>
          </a:solidFill>
          <a:ln w="1016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93992" y="1764792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 HOURS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93992" y="2130552"/>
            <a:ext cx="36484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coordination in one difficult case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629400" y="2697480"/>
            <a:ext cx="3977640" cy="841248"/>
          </a:xfrm>
          <a:prstGeom prst="roundRect">
            <a:avLst>
              <a:gd name="adj" fmla="val 9783"/>
            </a:avLst>
          </a:prstGeom>
          <a:solidFill>
            <a:srgbClr val="FFFDF8"/>
          </a:solidFill>
          <a:ln w="1016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93992" y="2834640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HOUR DELAY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93992" y="3200400"/>
            <a:ext cx="36484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moving a worker between events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629400" y="3767328"/>
            <a:ext cx="3977640" cy="841248"/>
          </a:xfrm>
          <a:prstGeom prst="roundRect">
            <a:avLst>
              <a:gd name="adj" fmla="val 9783"/>
            </a:avLst>
          </a:prstGeom>
          <a:solidFill>
            <a:srgbClr val="FFFDF8"/>
          </a:solidFill>
          <a:ln w="1016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93992" y="3904488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 NOTICE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93992" y="4270248"/>
            <a:ext cx="36484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 drops out (rule: 4 hours)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7552" y="4892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HANDOFF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87552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060704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5550408"/>
            <a:ext cx="393192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706624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2779776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05072" y="5550408"/>
            <a:ext cx="393192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425696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2E8D7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498848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24144" y="5550408"/>
            <a:ext cx="393192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144768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217920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43216" y="5550408"/>
            <a:ext cx="393192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863840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936992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62288" y="5550408"/>
            <a:ext cx="393192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582912" y="5285232"/>
            <a:ext cx="1243584" cy="530352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656064" y="5413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report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9456" y="219456"/>
            <a:ext cx="11759184" cy="6419088"/>
          </a:xfrm>
          <a:prstGeom prst="rect">
            <a:avLst/>
          </a:prstGeom>
          <a:solidFill>
            <a:srgbClr val="F8F3EA">
              <a:alpha val="0"/>
            </a:srgbClr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60120" y="694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PROJECT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149840" y="5120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HI5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92840" y="62910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60120" y="106070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plans. Code checks.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35915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Hi5 does not replace the leader. It turns a request into a controlled execution flow.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987552" y="2871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FLOW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32688" y="3246120"/>
            <a:ext cx="841248" cy="566928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374136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0" y="3529584"/>
            <a:ext cx="146304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020824" y="3246120"/>
            <a:ext cx="841248" cy="566928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93976" y="3374136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16936" y="3529584"/>
            <a:ext cx="146304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08960" y="3246120"/>
            <a:ext cx="841248" cy="566928"/>
          </a:xfrm>
          <a:prstGeom prst="roundRect">
            <a:avLst>
              <a:gd name="adj" fmla="val 12903"/>
            </a:avLst>
          </a:prstGeom>
          <a:solidFill>
            <a:srgbClr val="F2E8D7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82112" y="3374136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05072" y="3529584"/>
            <a:ext cx="146304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197096" y="3246120"/>
            <a:ext cx="841248" cy="566928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270248" y="3374136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93208" y="3529584"/>
            <a:ext cx="146304" cy="0"/>
          </a:xfrm>
          <a:prstGeom prst="line">
            <a:avLst/>
          </a:prstGeom>
          <a:noFill/>
          <a:ln w="15240">
            <a:solidFill>
              <a:srgbClr val="9D8762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285232" y="3246120"/>
            <a:ext cx="841248" cy="566928"/>
          </a:xfrm>
          <a:prstGeom prst="roundRect">
            <a:avLst>
              <a:gd name="adj" fmla="val 12903"/>
            </a:avLst>
          </a:prstGeom>
          <a:solidFill>
            <a:srgbClr val="FFFDF8"/>
          </a:solidFill>
          <a:ln w="1270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358384" y="3374136"/>
            <a:ext cx="694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87552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 NOT DO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87552" y="46177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talk to the client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approve by itself</a:t>
            </a:r>
            <a:endParaRPr lang="en-US" sz="1260" dirty="0"/>
          </a:p>
          <a:p>
            <a:pPr marL="0" indent="0">
              <a:buNone/>
            </a:pPr>
            <a:r>
              <a:rPr lang="en-US" sz="1260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assign anyone without ACCEPT</a:t>
            </a:r>
            <a:endParaRPr lang="en-US" sz="1260" dirty="0"/>
          </a:p>
        </p:txBody>
      </p:sp>
      <p:sp>
        <p:nvSpPr>
          <p:cNvPr id="25" name="Shape 23"/>
          <p:cNvSpPr/>
          <p:nvPr/>
        </p:nvSpPr>
        <p:spPr>
          <a:xfrm>
            <a:off x="6053328" y="1298448"/>
            <a:ext cx="0" cy="4370832"/>
          </a:xfrm>
          <a:prstGeom prst="line">
            <a:avLst/>
          </a:prstGeom>
          <a:noFill/>
          <a:ln w="15240">
            <a:solidFill>
              <a:srgbClr val="E5DCC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19088" y="1234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19088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19088" y="1938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· what to bring · check-in · progress · final report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419088" y="2697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301752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assistant in corporations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19088" y="3401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 → PM → Hi5 Agent → Team Leads / Developers</a:t>
            </a:r>
            <a:endParaRPr lang="en-US" sz="1260" dirty="0"/>
          </a:p>
        </p:txBody>
      </p:sp>
      <p:sp>
        <p:nvSpPr>
          <p:cNvPr id="32" name="Text 30"/>
          <p:cNvSpPr/>
          <p:nvPr/>
        </p:nvSpPr>
        <p:spPr>
          <a:xfrm>
            <a:off x="6419088" y="38587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are adapted by role.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419088" y="4416552"/>
            <a:ext cx="3566160" cy="0"/>
          </a:xfrm>
          <a:prstGeom prst="line">
            <a:avLst/>
          </a:prstGeom>
          <a:noFill/>
          <a:ln w="13970">
            <a:solidFill>
              <a:srgbClr val="9D876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19088" y="4681728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51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pilot: Magic Events · 4 Saturdays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419088" y="5138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i="1" dirty="0">
                <a:solidFill>
                  <a:srgbClr val="8D7A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leader keeps the client. We turn the “yes” into a plan that holds — and follow it through to the end.</a:t>
            </a:r>
            <a:endParaRPr lang="en-US" sz="1230" dirty="0"/>
          </a:p>
        </p:txBody>
      </p:sp>
      <p:sp>
        <p:nvSpPr>
          <p:cNvPr id="36" name="TextBox 35"/>
          <p:cNvSpPr txBox="1"/>
          <p:nvPr/>
        </p:nvSpPr>
        <p:spPr>
          <a:xfrm>
            <a:off x="987552" y="5590680"/>
            <a:ext cx="4800600" cy="500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000" b="1">
                <a:solidFill>
                  <a:srgbClr val="8B7355"/>
                </a:solidFill>
                <a:latin typeface="Arial"/>
              </a:rPr>
              <a:t>MEASURED IN OUR RUN  </a:t>
            </a:r>
            <a:r>
              <a:rPr sz="1200">
                <a:solidFill>
                  <a:srgbClr val="3A261A"/>
                </a:solidFill>
                <a:latin typeface="Arial"/>
              </a:rPr>
              <a:t>plan in 16 s · approval → all accepted in 8 s · ~$0.03 per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</Words>
  <Application>Microsoft Office PowerPoint</Application>
  <PresentationFormat>Widescreen</PresentationFormat>
  <Paragraphs>78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Hi5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Hi5 - AI Team Leader for Magic Events</dc:title>
  <dc:subject>Hi5 AI Team Leader pitch</dc:subject>
  <dc:creator>Hi5</dc:creator>
  <cp:lastModifiedBy>Admin</cp:lastModifiedBy>
  <cp:revision>1</cp:revision>
  <dcterms:created xsi:type="dcterms:W3CDTF">2026-10-03T14:37:11Z</dcterms:created>
  <dcterms:modified xsi:type="dcterms:W3CDTF">2026-10-03T14:50:04Z</dcterms:modified>
</cp:coreProperties>
</file>